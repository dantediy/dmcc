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9E94F-42FF-704B-CB2D-2666D95A8B9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E8D140B-BF3E-43BF-F1F2-80420253D9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C09AB9C-EBAA-2674-E9A1-E0A3A02A25A5}"/>
              </a:ext>
            </a:extLst>
          </p:cNvPr>
          <p:cNvSpPr>
            <a:spLocks noGrp="1"/>
          </p:cNvSpPr>
          <p:nvPr>
            <p:ph type="dt" sz="half" idx="10"/>
          </p:nvPr>
        </p:nvSpPr>
        <p:spPr/>
        <p:txBody>
          <a:bodyPr/>
          <a:lstStyle/>
          <a:p>
            <a:fld id="{D9881228-962B-4912-AB3E-9A0AFCCC46C8}" type="datetimeFigureOut">
              <a:rPr lang="en-US" smtClean="0"/>
              <a:t>7/13/2022</a:t>
            </a:fld>
            <a:endParaRPr lang="en-US"/>
          </a:p>
        </p:txBody>
      </p:sp>
      <p:sp>
        <p:nvSpPr>
          <p:cNvPr id="5" name="Footer Placeholder 4">
            <a:extLst>
              <a:ext uri="{FF2B5EF4-FFF2-40B4-BE49-F238E27FC236}">
                <a16:creationId xmlns:a16="http://schemas.microsoft.com/office/drawing/2014/main" id="{EDEAD3DF-6D59-AD70-99FB-7B6CE7B959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651B7C-A39C-61D8-C3AD-4DE874F2AC35}"/>
              </a:ext>
            </a:extLst>
          </p:cNvPr>
          <p:cNvSpPr>
            <a:spLocks noGrp="1"/>
          </p:cNvSpPr>
          <p:nvPr>
            <p:ph type="sldNum" sz="quarter" idx="12"/>
          </p:nvPr>
        </p:nvSpPr>
        <p:spPr/>
        <p:txBody>
          <a:bodyPr/>
          <a:lstStyle/>
          <a:p>
            <a:fld id="{512A5826-D9BB-492A-8EE1-5B327A2048D5}" type="slidenum">
              <a:rPr lang="en-US" smtClean="0"/>
              <a:t>‹#›</a:t>
            </a:fld>
            <a:endParaRPr lang="en-US"/>
          </a:p>
        </p:txBody>
      </p:sp>
    </p:spTree>
    <p:extLst>
      <p:ext uri="{BB962C8B-B14F-4D97-AF65-F5344CB8AC3E}">
        <p14:creationId xmlns:p14="http://schemas.microsoft.com/office/powerpoint/2010/main" val="1212218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980BC-7A96-8890-8B55-5FE5803702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6D6C50-D418-BE99-E02F-B5523F4E29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06D02E-4494-9B6F-1D34-F7AD012AA379}"/>
              </a:ext>
            </a:extLst>
          </p:cNvPr>
          <p:cNvSpPr>
            <a:spLocks noGrp="1"/>
          </p:cNvSpPr>
          <p:nvPr>
            <p:ph type="dt" sz="half" idx="10"/>
          </p:nvPr>
        </p:nvSpPr>
        <p:spPr/>
        <p:txBody>
          <a:bodyPr/>
          <a:lstStyle/>
          <a:p>
            <a:fld id="{D9881228-962B-4912-AB3E-9A0AFCCC46C8}" type="datetimeFigureOut">
              <a:rPr lang="en-US" smtClean="0"/>
              <a:t>7/13/2022</a:t>
            </a:fld>
            <a:endParaRPr lang="en-US"/>
          </a:p>
        </p:txBody>
      </p:sp>
      <p:sp>
        <p:nvSpPr>
          <p:cNvPr id="5" name="Footer Placeholder 4">
            <a:extLst>
              <a:ext uri="{FF2B5EF4-FFF2-40B4-BE49-F238E27FC236}">
                <a16:creationId xmlns:a16="http://schemas.microsoft.com/office/drawing/2014/main" id="{652A2CE0-F35E-7B57-F610-045F387236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4F1044-56F0-9492-A055-FB5B3E01FCCA}"/>
              </a:ext>
            </a:extLst>
          </p:cNvPr>
          <p:cNvSpPr>
            <a:spLocks noGrp="1"/>
          </p:cNvSpPr>
          <p:nvPr>
            <p:ph type="sldNum" sz="quarter" idx="12"/>
          </p:nvPr>
        </p:nvSpPr>
        <p:spPr/>
        <p:txBody>
          <a:bodyPr/>
          <a:lstStyle/>
          <a:p>
            <a:fld id="{512A5826-D9BB-492A-8EE1-5B327A2048D5}" type="slidenum">
              <a:rPr lang="en-US" smtClean="0"/>
              <a:t>‹#›</a:t>
            </a:fld>
            <a:endParaRPr lang="en-US"/>
          </a:p>
        </p:txBody>
      </p:sp>
    </p:spTree>
    <p:extLst>
      <p:ext uri="{BB962C8B-B14F-4D97-AF65-F5344CB8AC3E}">
        <p14:creationId xmlns:p14="http://schemas.microsoft.com/office/powerpoint/2010/main" val="3590246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2A88E-6025-9737-C9D6-486F871DF9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F7385AF-35C8-12DB-02F8-B0C0C3F5944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7C51AA-297C-DDC9-0CAE-DF98EBE8A840}"/>
              </a:ext>
            </a:extLst>
          </p:cNvPr>
          <p:cNvSpPr>
            <a:spLocks noGrp="1"/>
          </p:cNvSpPr>
          <p:nvPr>
            <p:ph type="dt" sz="half" idx="10"/>
          </p:nvPr>
        </p:nvSpPr>
        <p:spPr/>
        <p:txBody>
          <a:bodyPr/>
          <a:lstStyle/>
          <a:p>
            <a:fld id="{D9881228-962B-4912-AB3E-9A0AFCCC46C8}" type="datetimeFigureOut">
              <a:rPr lang="en-US" smtClean="0"/>
              <a:t>7/13/2022</a:t>
            </a:fld>
            <a:endParaRPr lang="en-US"/>
          </a:p>
        </p:txBody>
      </p:sp>
      <p:sp>
        <p:nvSpPr>
          <p:cNvPr id="5" name="Footer Placeholder 4">
            <a:extLst>
              <a:ext uri="{FF2B5EF4-FFF2-40B4-BE49-F238E27FC236}">
                <a16:creationId xmlns:a16="http://schemas.microsoft.com/office/drawing/2014/main" id="{B2265D36-FA5F-BA9D-BEDD-1F3BA02CCE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C98A14-7C1D-5AA3-61F8-5145204E43D2}"/>
              </a:ext>
            </a:extLst>
          </p:cNvPr>
          <p:cNvSpPr>
            <a:spLocks noGrp="1"/>
          </p:cNvSpPr>
          <p:nvPr>
            <p:ph type="sldNum" sz="quarter" idx="12"/>
          </p:nvPr>
        </p:nvSpPr>
        <p:spPr/>
        <p:txBody>
          <a:bodyPr/>
          <a:lstStyle/>
          <a:p>
            <a:fld id="{512A5826-D9BB-492A-8EE1-5B327A2048D5}" type="slidenum">
              <a:rPr lang="en-US" smtClean="0"/>
              <a:t>‹#›</a:t>
            </a:fld>
            <a:endParaRPr lang="en-US"/>
          </a:p>
        </p:txBody>
      </p:sp>
    </p:spTree>
    <p:extLst>
      <p:ext uri="{BB962C8B-B14F-4D97-AF65-F5344CB8AC3E}">
        <p14:creationId xmlns:p14="http://schemas.microsoft.com/office/powerpoint/2010/main" val="602335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A506C-1E88-FE1A-7997-27157306DD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017484-F6B8-9195-961F-C2D2A98603D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4FBE7B4-582C-54BE-1449-19C16A36FA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73AAFF-F3AF-B7B2-CFFF-E737E727C668}"/>
              </a:ext>
            </a:extLst>
          </p:cNvPr>
          <p:cNvSpPr>
            <a:spLocks noGrp="1"/>
          </p:cNvSpPr>
          <p:nvPr>
            <p:ph type="dt" sz="half" idx="10"/>
          </p:nvPr>
        </p:nvSpPr>
        <p:spPr/>
        <p:txBody>
          <a:bodyPr/>
          <a:lstStyle/>
          <a:p>
            <a:fld id="{D9881228-962B-4912-AB3E-9A0AFCCC46C8}" type="datetimeFigureOut">
              <a:rPr lang="en-US" smtClean="0"/>
              <a:t>7/13/2022</a:t>
            </a:fld>
            <a:endParaRPr lang="en-US"/>
          </a:p>
        </p:txBody>
      </p:sp>
      <p:sp>
        <p:nvSpPr>
          <p:cNvPr id="6" name="Footer Placeholder 5">
            <a:extLst>
              <a:ext uri="{FF2B5EF4-FFF2-40B4-BE49-F238E27FC236}">
                <a16:creationId xmlns:a16="http://schemas.microsoft.com/office/drawing/2014/main" id="{7C7E7B0B-979D-624D-1C89-3A9E57B159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52B9D8-F66B-FDA0-15A2-2A2EF023DC96}"/>
              </a:ext>
            </a:extLst>
          </p:cNvPr>
          <p:cNvSpPr>
            <a:spLocks noGrp="1"/>
          </p:cNvSpPr>
          <p:nvPr>
            <p:ph type="sldNum" sz="quarter" idx="12"/>
          </p:nvPr>
        </p:nvSpPr>
        <p:spPr/>
        <p:txBody>
          <a:bodyPr/>
          <a:lstStyle/>
          <a:p>
            <a:fld id="{512A5826-D9BB-492A-8EE1-5B327A2048D5}" type="slidenum">
              <a:rPr lang="en-US" smtClean="0"/>
              <a:t>‹#›</a:t>
            </a:fld>
            <a:endParaRPr lang="en-US"/>
          </a:p>
        </p:txBody>
      </p:sp>
    </p:spTree>
    <p:extLst>
      <p:ext uri="{BB962C8B-B14F-4D97-AF65-F5344CB8AC3E}">
        <p14:creationId xmlns:p14="http://schemas.microsoft.com/office/powerpoint/2010/main" val="13972229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72EAD-99E7-59FE-A17B-63A80BCF8D4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8C66EEA-5663-D157-AD22-FF73AC0BAB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994D57-3858-2A37-D542-11806A2A54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7D35ADD-2DE4-3E20-9DB0-5B86E6D728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F0958F-4CF9-4267-E758-A4DFB9C399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6E6D26E-DAB6-BD13-53A1-E6A0596EC6F1}"/>
              </a:ext>
            </a:extLst>
          </p:cNvPr>
          <p:cNvSpPr>
            <a:spLocks noGrp="1"/>
          </p:cNvSpPr>
          <p:nvPr>
            <p:ph type="dt" sz="half" idx="10"/>
          </p:nvPr>
        </p:nvSpPr>
        <p:spPr/>
        <p:txBody>
          <a:bodyPr/>
          <a:lstStyle/>
          <a:p>
            <a:fld id="{D9881228-962B-4912-AB3E-9A0AFCCC46C8}" type="datetimeFigureOut">
              <a:rPr lang="en-US" smtClean="0"/>
              <a:t>7/13/2022</a:t>
            </a:fld>
            <a:endParaRPr lang="en-US"/>
          </a:p>
        </p:txBody>
      </p:sp>
      <p:sp>
        <p:nvSpPr>
          <p:cNvPr id="8" name="Footer Placeholder 7">
            <a:extLst>
              <a:ext uri="{FF2B5EF4-FFF2-40B4-BE49-F238E27FC236}">
                <a16:creationId xmlns:a16="http://schemas.microsoft.com/office/drawing/2014/main" id="{0313D90D-6447-531C-D837-DE6B850A35E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339EA8E-D99B-2328-9357-8523A3E079B1}"/>
              </a:ext>
            </a:extLst>
          </p:cNvPr>
          <p:cNvSpPr>
            <a:spLocks noGrp="1"/>
          </p:cNvSpPr>
          <p:nvPr>
            <p:ph type="sldNum" sz="quarter" idx="12"/>
          </p:nvPr>
        </p:nvSpPr>
        <p:spPr/>
        <p:txBody>
          <a:bodyPr/>
          <a:lstStyle/>
          <a:p>
            <a:fld id="{512A5826-D9BB-492A-8EE1-5B327A2048D5}" type="slidenum">
              <a:rPr lang="en-US" smtClean="0"/>
              <a:t>‹#›</a:t>
            </a:fld>
            <a:endParaRPr lang="en-US"/>
          </a:p>
        </p:txBody>
      </p:sp>
    </p:spTree>
    <p:extLst>
      <p:ext uri="{BB962C8B-B14F-4D97-AF65-F5344CB8AC3E}">
        <p14:creationId xmlns:p14="http://schemas.microsoft.com/office/powerpoint/2010/main" val="2359321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8863D-83BB-8CD2-80CF-5B92F42A22F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6813A2F-9279-1A1D-F0E6-239ACFD69D1A}"/>
              </a:ext>
            </a:extLst>
          </p:cNvPr>
          <p:cNvSpPr>
            <a:spLocks noGrp="1"/>
          </p:cNvSpPr>
          <p:nvPr>
            <p:ph type="dt" sz="half" idx="10"/>
          </p:nvPr>
        </p:nvSpPr>
        <p:spPr/>
        <p:txBody>
          <a:bodyPr/>
          <a:lstStyle/>
          <a:p>
            <a:fld id="{D9881228-962B-4912-AB3E-9A0AFCCC46C8}" type="datetimeFigureOut">
              <a:rPr lang="en-US" smtClean="0"/>
              <a:t>7/13/2022</a:t>
            </a:fld>
            <a:endParaRPr lang="en-US"/>
          </a:p>
        </p:txBody>
      </p:sp>
      <p:sp>
        <p:nvSpPr>
          <p:cNvPr id="4" name="Footer Placeholder 3">
            <a:extLst>
              <a:ext uri="{FF2B5EF4-FFF2-40B4-BE49-F238E27FC236}">
                <a16:creationId xmlns:a16="http://schemas.microsoft.com/office/drawing/2014/main" id="{A1155C5C-F4A2-0AA6-8930-5857B7EA8AD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36C835-1B13-6575-D544-9BF3F58DDB79}"/>
              </a:ext>
            </a:extLst>
          </p:cNvPr>
          <p:cNvSpPr>
            <a:spLocks noGrp="1"/>
          </p:cNvSpPr>
          <p:nvPr>
            <p:ph type="sldNum" sz="quarter" idx="12"/>
          </p:nvPr>
        </p:nvSpPr>
        <p:spPr/>
        <p:txBody>
          <a:bodyPr/>
          <a:lstStyle/>
          <a:p>
            <a:fld id="{512A5826-D9BB-492A-8EE1-5B327A2048D5}" type="slidenum">
              <a:rPr lang="en-US" smtClean="0"/>
              <a:t>‹#›</a:t>
            </a:fld>
            <a:endParaRPr lang="en-US"/>
          </a:p>
        </p:txBody>
      </p:sp>
    </p:spTree>
    <p:extLst>
      <p:ext uri="{BB962C8B-B14F-4D97-AF65-F5344CB8AC3E}">
        <p14:creationId xmlns:p14="http://schemas.microsoft.com/office/powerpoint/2010/main" val="1587241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4C5D1F-A6BE-E88C-D005-F9E906DA6C24}"/>
              </a:ext>
            </a:extLst>
          </p:cNvPr>
          <p:cNvSpPr>
            <a:spLocks noGrp="1"/>
          </p:cNvSpPr>
          <p:nvPr>
            <p:ph type="dt" sz="half" idx="10"/>
          </p:nvPr>
        </p:nvSpPr>
        <p:spPr/>
        <p:txBody>
          <a:bodyPr/>
          <a:lstStyle/>
          <a:p>
            <a:fld id="{D9881228-962B-4912-AB3E-9A0AFCCC46C8}" type="datetimeFigureOut">
              <a:rPr lang="en-US" smtClean="0"/>
              <a:t>7/13/2022</a:t>
            </a:fld>
            <a:endParaRPr lang="en-US"/>
          </a:p>
        </p:txBody>
      </p:sp>
      <p:sp>
        <p:nvSpPr>
          <p:cNvPr id="3" name="Footer Placeholder 2">
            <a:extLst>
              <a:ext uri="{FF2B5EF4-FFF2-40B4-BE49-F238E27FC236}">
                <a16:creationId xmlns:a16="http://schemas.microsoft.com/office/drawing/2014/main" id="{E287CFA1-FDCD-CEF6-5412-1DEBE85E669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2B2A1BE-8F04-FFFC-125B-77A7B293EFE7}"/>
              </a:ext>
            </a:extLst>
          </p:cNvPr>
          <p:cNvSpPr>
            <a:spLocks noGrp="1"/>
          </p:cNvSpPr>
          <p:nvPr>
            <p:ph type="sldNum" sz="quarter" idx="12"/>
          </p:nvPr>
        </p:nvSpPr>
        <p:spPr/>
        <p:txBody>
          <a:bodyPr/>
          <a:lstStyle/>
          <a:p>
            <a:fld id="{512A5826-D9BB-492A-8EE1-5B327A2048D5}" type="slidenum">
              <a:rPr lang="en-US" smtClean="0"/>
              <a:t>‹#›</a:t>
            </a:fld>
            <a:endParaRPr lang="en-US"/>
          </a:p>
        </p:txBody>
      </p:sp>
    </p:spTree>
    <p:extLst>
      <p:ext uri="{BB962C8B-B14F-4D97-AF65-F5344CB8AC3E}">
        <p14:creationId xmlns:p14="http://schemas.microsoft.com/office/powerpoint/2010/main" val="3305199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83038-07DE-C10C-C473-221BA884F0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DD2F663-8421-000D-D943-E9E6479970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53DC35B-10BE-7383-0D21-547A85B0D5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B708F2-4109-F6A3-A11A-1F2443AFC34E}"/>
              </a:ext>
            </a:extLst>
          </p:cNvPr>
          <p:cNvSpPr>
            <a:spLocks noGrp="1"/>
          </p:cNvSpPr>
          <p:nvPr>
            <p:ph type="dt" sz="half" idx="10"/>
          </p:nvPr>
        </p:nvSpPr>
        <p:spPr/>
        <p:txBody>
          <a:bodyPr/>
          <a:lstStyle/>
          <a:p>
            <a:fld id="{D9881228-962B-4912-AB3E-9A0AFCCC46C8}" type="datetimeFigureOut">
              <a:rPr lang="en-US" smtClean="0"/>
              <a:t>7/13/2022</a:t>
            </a:fld>
            <a:endParaRPr lang="en-US"/>
          </a:p>
        </p:txBody>
      </p:sp>
      <p:sp>
        <p:nvSpPr>
          <p:cNvPr id="6" name="Footer Placeholder 5">
            <a:extLst>
              <a:ext uri="{FF2B5EF4-FFF2-40B4-BE49-F238E27FC236}">
                <a16:creationId xmlns:a16="http://schemas.microsoft.com/office/drawing/2014/main" id="{D2A41DEA-83A4-61A4-4235-808398F71A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C744AD-6C72-02F0-D38F-1D70ADD7BDCC}"/>
              </a:ext>
            </a:extLst>
          </p:cNvPr>
          <p:cNvSpPr>
            <a:spLocks noGrp="1"/>
          </p:cNvSpPr>
          <p:nvPr>
            <p:ph type="sldNum" sz="quarter" idx="12"/>
          </p:nvPr>
        </p:nvSpPr>
        <p:spPr/>
        <p:txBody>
          <a:bodyPr/>
          <a:lstStyle/>
          <a:p>
            <a:fld id="{512A5826-D9BB-492A-8EE1-5B327A2048D5}" type="slidenum">
              <a:rPr lang="en-US" smtClean="0"/>
              <a:t>‹#›</a:t>
            </a:fld>
            <a:endParaRPr lang="en-US"/>
          </a:p>
        </p:txBody>
      </p:sp>
    </p:spTree>
    <p:extLst>
      <p:ext uri="{BB962C8B-B14F-4D97-AF65-F5344CB8AC3E}">
        <p14:creationId xmlns:p14="http://schemas.microsoft.com/office/powerpoint/2010/main" val="3320510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2A5F0-8A7D-564C-DFBC-71AEB7AC61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1159C07-AB8D-70DC-A2AE-CA5E53FDC4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53372E1-2339-30EF-0071-D1E773E2D4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F0D838-F613-6CEB-E4D4-E67C2FB13C19}"/>
              </a:ext>
            </a:extLst>
          </p:cNvPr>
          <p:cNvSpPr>
            <a:spLocks noGrp="1"/>
          </p:cNvSpPr>
          <p:nvPr>
            <p:ph type="dt" sz="half" idx="10"/>
          </p:nvPr>
        </p:nvSpPr>
        <p:spPr/>
        <p:txBody>
          <a:bodyPr/>
          <a:lstStyle/>
          <a:p>
            <a:fld id="{D9881228-962B-4912-AB3E-9A0AFCCC46C8}" type="datetimeFigureOut">
              <a:rPr lang="en-US" smtClean="0"/>
              <a:t>7/13/2022</a:t>
            </a:fld>
            <a:endParaRPr lang="en-US"/>
          </a:p>
        </p:txBody>
      </p:sp>
      <p:sp>
        <p:nvSpPr>
          <p:cNvPr id="6" name="Footer Placeholder 5">
            <a:extLst>
              <a:ext uri="{FF2B5EF4-FFF2-40B4-BE49-F238E27FC236}">
                <a16:creationId xmlns:a16="http://schemas.microsoft.com/office/drawing/2014/main" id="{FCD957CD-4D5C-F803-BC01-DA77D80F77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DDD5F8-C30F-234D-E306-3CDD4BFF5FB2}"/>
              </a:ext>
            </a:extLst>
          </p:cNvPr>
          <p:cNvSpPr>
            <a:spLocks noGrp="1"/>
          </p:cNvSpPr>
          <p:nvPr>
            <p:ph type="sldNum" sz="quarter" idx="12"/>
          </p:nvPr>
        </p:nvSpPr>
        <p:spPr/>
        <p:txBody>
          <a:bodyPr/>
          <a:lstStyle/>
          <a:p>
            <a:fld id="{512A5826-D9BB-492A-8EE1-5B327A2048D5}" type="slidenum">
              <a:rPr lang="en-US" smtClean="0"/>
              <a:t>‹#›</a:t>
            </a:fld>
            <a:endParaRPr lang="en-US"/>
          </a:p>
        </p:txBody>
      </p:sp>
    </p:spTree>
    <p:extLst>
      <p:ext uri="{BB962C8B-B14F-4D97-AF65-F5344CB8AC3E}">
        <p14:creationId xmlns:p14="http://schemas.microsoft.com/office/powerpoint/2010/main" val="1074097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C6A25-4D6E-5454-7814-CED2049E7E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01C1039-68A6-6661-C00F-9159F934602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1D9EE1-4E29-C702-536C-DADF40FEB583}"/>
              </a:ext>
            </a:extLst>
          </p:cNvPr>
          <p:cNvSpPr>
            <a:spLocks noGrp="1"/>
          </p:cNvSpPr>
          <p:nvPr>
            <p:ph type="dt" sz="half" idx="10"/>
          </p:nvPr>
        </p:nvSpPr>
        <p:spPr/>
        <p:txBody>
          <a:bodyPr/>
          <a:lstStyle/>
          <a:p>
            <a:fld id="{D9881228-962B-4912-AB3E-9A0AFCCC46C8}" type="datetimeFigureOut">
              <a:rPr lang="en-US" smtClean="0"/>
              <a:t>7/13/2022</a:t>
            </a:fld>
            <a:endParaRPr lang="en-US"/>
          </a:p>
        </p:txBody>
      </p:sp>
      <p:sp>
        <p:nvSpPr>
          <p:cNvPr id="5" name="Footer Placeholder 4">
            <a:extLst>
              <a:ext uri="{FF2B5EF4-FFF2-40B4-BE49-F238E27FC236}">
                <a16:creationId xmlns:a16="http://schemas.microsoft.com/office/drawing/2014/main" id="{EE232865-AE3B-C66C-A08B-7AB9EF51DB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E884C5-1083-8FCB-362A-A4F504360162}"/>
              </a:ext>
            </a:extLst>
          </p:cNvPr>
          <p:cNvSpPr>
            <a:spLocks noGrp="1"/>
          </p:cNvSpPr>
          <p:nvPr>
            <p:ph type="sldNum" sz="quarter" idx="12"/>
          </p:nvPr>
        </p:nvSpPr>
        <p:spPr/>
        <p:txBody>
          <a:bodyPr/>
          <a:lstStyle/>
          <a:p>
            <a:fld id="{512A5826-D9BB-492A-8EE1-5B327A2048D5}" type="slidenum">
              <a:rPr lang="en-US" smtClean="0"/>
              <a:t>‹#›</a:t>
            </a:fld>
            <a:endParaRPr lang="en-US"/>
          </a:p>
        </p:txBody>
      </p:sp>
    </p:spTree>
    <p:extLst>
      <p:ext uri="{BB962C8B-B14F-4D97-AF65-F5344CB8AC3E}">
        <p14:creationId xmlns:p14="http://schemas.microsoft.com/office/powerpoint/2010/main" val="35423190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643AE9-04E0-F825-81A4-CDFBD48CAC7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1ECC04D-7152-168F-E5A0-4E16BB1BE55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C7E4FE-0671-DAB1-0F9B-18EF99CCCA52}"/>
              </a:ext>
            </a:extLst>
          </p:cNvPr>
          <p:cNvSpPr>
            <a:spLocks noGrp="1"/>
          </p:cNvSpPr>
          <p:nvPr>
            <p:ph type="dt" sz="half" idx="10"/>
          </p:nvPr>
        </p:nvSpPr>
        <p:spPr/>
        <p:txBody>
          <a:bodyPr/>
          <a:lstStyle/>
          <a:p>
            <a:fld id="{D9881228-962B-4912-AB3E-9A0AFCCC46C8}" type="datetimeFigureOut">
              <a:rPr lang="en-US" smtClean="0"/>
              <a:t>7/13/2022</a:t>
            </a:fld>
            <a:endParaRPr lang="en-US"/>
          </a:p>
        </p:txBody>
      </p:sp>
      <p:sp>
        <p:nvSpPr>
          <p:cNvPr id="5" name="Footer Placeholder 4">
            <a:extLst>
              <a:ext uri="{FF2B5EF4-FFF2-40B4-BE49-F238E27FC236}">
                <a16:creationId xmlns:a16="http://schemas.microsoft.com/office/drawing/2014/main" id="{1D822367-E9AB-6715-49E6-F9806CFB1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B7CF32-BCD9-5CD9-10B1-A5384DC7A91D}"/>
              </a:ext>
            </a:extLst>
          </p:cNvPr>
          <p:cNvSpPr>
            <a:spLocks noGrp="1"/>
          </p:cNvSpPr>
          <p:nvPr>
            <p:ph type="sldNum" sz="quarter" idx="12"/>
          </p:nvPr>
        </p:nvSpPr>
        <p:spPr/>
        <p:txBody>
          <a:bodyPr/>
          <a:lstStyle/>
          <a:p>
            <a:fld id="{512A5826-D9BB-492A-8EE1-5B327A2048D5}" type="slidenum">
              <a:rPr lang="en-US" smtClean="0"/>
              <a:t>‹#›</a:t>
            </a:fld>
            <a:endParaRPr lang="en-US"/>
          </a:p>
        </p:txBody>
      </p:sp>
    </p:spTree>
    <p:extLst>
      <p:ext uri="{BB962C8B-B14F-4D97-AF65-F5344CB8AC3E}">
        <p14:creationId xmlns:p14="http://schemas.microsoft.com/office/powerpoint/2010/main" val="34297931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86B192-4EC2-FBDB-DFC4-AED441BDEB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E89A37D-3F26-507C-731D-624FF8AB2D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AD1DE6-13C0-D0D8-4C1D-1026517034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881228-962B-4912-AB3E-9A0AFCCC46C8}" type="datetimeFigureOut">
              <a:rPr lang="en-US" smtClean="0"/>
              <a:t>7/13/2022</a:t>
            </a:fld>
            <a:endParaRPr lang="en-US"/>
          </a:p>
        </p:txBody>
      </p:sp>
      <p:sp>
        <p:nvSpPr>
          <p:cNvPr id="5" name="Footer Placeholder 4">
            <a:extLst>
              <a:ext uri="{FF2B5EF4-FFF2-40B4-BE49-F238E27FC236}">
                <a16:creationId xmlns:a16="http://schemas.microsoft.com/office/drawing/2014/main" id="{13037CFD-B7E4-1F20-FEE1-B9D955B47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9EBFAEB-DAB7-2BCE-0D61-F5E34DA473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2A5826-D9BB-492A-8EE1-5B327A2048D5}" type="slidenum">
              <a:rPr lang="en-US" smtClean="0"/>
              <a:t>‹#›</a:t>
            </a:fld>
            <a:endParaRPr lang="en-US"/>
          </a:p>
        </p:txBody>
      </p:sp>
    </p:spTree>
    <p:extLst>
      <p:ext uri="{BB962C8B-B14F-4D97-AF65-F5344CB8AC3E}">
        <p14:creationId xmlns:p14="http://schemas.microsoft.com/office/powerpoint/2010/main" val="29714124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Icon&#10;&#10;Description automatically generated">
            <a:extLst>
              <a:ext uri="{FF2B5EF4-FFF2-40B4-BE49-F238E27FC236}">
                <a16:creationId xmlns:a16="http://schemas.microsoft.com/office/drawing/2014/main" id="{7AF96425-E573-F97A-F1F2-F53892A9FB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8286" y="121029"/>
            <a:ext cx="5410200" cy="5391150"/>
          </a:xfrm>
          <a:prstGeom prst="rect">
            <a:avLst/>
          </a:prstGeom>
        </p:spPr>
      </p:pic>
      <p:sp>
        <p:nvSpPr>
          <p:cNvPr id="6" name="TextBox 5">
            <a:extLst>
              <a:ext uri="{FF2B5EF4-FFF2-40B4-BE49-F238E27FC236}">
                <a16:creationId xmlns:a16="http://schemas.microsoft.com/office/drawing/2014/main" id="{334D03CB-B30A-CFC4-CCAB-AC071FB5AD76}"/>
              </a:ext>
            </a:extLst>
          </p:cNvPr>
          <p:cNvSpPr txBox="1"/>
          <p:nvPr/>
        </p:nvSpPr>
        <p:spPr>
          <a:xfrm>
            <a:off x="1168866" y="5729681"/>
            <a:ext cx="9689284" cy="769441"/>
          </a:xfrm>
          <a:prstGeom prst="rect">
            <a:avLst/>
          </a:prstGeom>
          <a:noFill/>
        </p:spPr>
        <p:txBody>
          <a:bodyPr wrap="square" rtlCol="0">
            <a:spAutoFit/>
          </a:bodyPr>
          <a:lstStyle/>
          <a:p>
            <a:pPr algn="ctr"/>
            <a:r>
              <a:rPr lang="en-US" sz="4400" b="1" i="0" dirty="0">
                <a:solidFill>
                  <a:srgbClr val="000709"/>
                </a:solidFill>
                <a:effectLst/>
                <a:latin typeface="Open Sans" panose="020B0604020202020204" pitchFamily="34" charset="0"/>
              </a:rPr>
              <a:t>Do you want to reduce revenue ?</a:t>
            </a:r>
            <a:endParaRPr lang="en-US" sz="4400" dirty="0"/>
          </a:p>
        </p:txBody>
      </p:sp>
    </p:spTree>
    <p:extLst>
      <p:ext uri="{BB962C8B-B14F-4D97-AF65-F5344CB8AC3E}">
        <p14:creationId xmlns:p14="http://schemas.microsoft.com/office/powerpoint/2010/main" val="3351677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23558-F4F2-F93F-2F1B-E88000A30236}"/>
              </a:ext>
            </a:extLst>
          </p:cNvPr>
          <p:cNvSpPr>
            <a:spLocks noGrp="1"/>
          </p:cNvSpPr>
          <p:nvPr>
            <p:ph type="title"/>
          </p:nvPr>
        </p:nvSpPr>
        <p:spPr/>
        <p:txBody>
          <a:bodyPr/>
          <a:lstStyle/>
          <a:p>
            <a:r>
              <a:rPr lang="en-US" dirty="0" err="1"/>
              <a:t>Intruduction</a:t>
            </a:r>
            <a:r>
              <a:rPr lang="en-US" dirty="0"/>
              <a:t> to the benefit of CI/CD	</a:t>
            </a:r>
          </a:p>
        </p:txBody>
      </p:sp>
      <p:sp>
        <p:nvSpPr>
          <p:cNvPr id="3" name="Content Placeholder 2">
            <a:extLst>
              <a:ext uri="{FF2B5EF4-FFF2-40B4-BE49-F238E27FC236}">
                <a16:creationId xmlns:a16="http://schemas.microsoft.com/office/drawing/2014/main" id="{84E7C305-E929-DF14-8BB2-86654CB14EC0}"/>
              </a:ext>
            </a:extLst>
          </p:cNvPr>
          <p:cNvSpPr>
            <a:spLocks noGrp="1"/>
          </p:cNvSpPr>
          <p:nvPr>
            <p:ph idx="1"/>
          </p:nvPr>
        </p:nvSpPr>
        <p:spPr/>
        <p:txBody>
          <a:bodyPr>
            <a:normAutofit fontScale="92500" lnSpcReduction="20000"/>
          </a:bodyPr>
          <a:lstStyle/>
          <a:p>
            <a:pPr>
              <a:lnSpc>
                <a:spcPct val="150000"/>
              </a:lnSpc>
            </a:pPr>
            <a:r>
              <a:rPr lang="en-US" sz="2000" dirty="0"/>
              <a:t>Are you tired of seeing the developer team and operation team having argument over a deployment that the code seems to have bugs or whatever it is that delay the production or tired of spending human labor doing some stuff over and over again ?</a:t>
            </a:r>
          </a:p>
          <a:p>
            <a:pPr>
              <a:lnSpc>
                <a:spcPct val="150000"/>
              </a:lnSpc>
            </a:pPr>
            <a:endParaRPr lang="en-US" sz="2000" dirty="0"/>
          </a:p>
          <a:p>
            <a:pPr>
              <a:lnSpc>
                <a:spcPct val="150000"/>
              </a:lnSpc>
            </a:pPr>
            <a:r>
              <a:rPr lang="en-US" sz="2000" dirty="0"/>
              <a:t>I’m pretty sure you do feel tired of it, it’s tidy and time consume and something lead to some faults that you don’t ever expect, after all we’re human, we do make mistakes.</a:t>
            </a:r>
          </a:p>
          <a:p>
            <a:pPr>
              <a:lnSpc>
                <a:spcPct val="150000"/>
              </a:lnSpc>
            </a:pPr>
            <a:endParaRPr lang="en-US" sz="2000" dirty="0"/>
          </a:p>
          <a:p>
            <a:pPr>
              <a:lnSpc>
                <a:spcPct val="150000"/>
              </a:lnSpc>
            </a:pPr>
            <a:r>
              <a:rPr lang="en-US" sz="2000" dirty="0"/>
              <a:t>Furthermore, errors or bugs during the deployment also delay to the production to the costumers which mean more money and time are spent to resolve it. That’s where the benefit of CI/CD comes. Let’s get it dude.</a:t>
            </a:r>
          </a:p>
        </p:txBody>
      </p:sp>
    </p:spTree>
    <p:extLst>
      <p:ext uri="{BB962C8B-B14F-4D97-AF65-F5344CB8AC3E}">
        <p14:creationId xmlns:p14="http://schemas.microsoft.com/office/powerpoint/2010/main" val="838387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17E8E-750C-3FF6-A6B8-E1FBB42D9C49}"/>
              </a:ext>
            </a:extLst>
          </p:cNvPr>
          <p:cNvSpPr>
            <a:spLocks noGrp="1"/>
          </p:cNvSpPr>
          <p:nvPr>
            <p:ph type="title"/>
          </p:nvPr>
        </p:nvSpPr>
        <p:spPr/>
        <p:txBody>
          <a:bodyPr/>
          <a:lstStyle/>
          <a:p>
            <a:r>
              <a:rPr lang="en-US" dirty="0"/>
              <a:t>Continuous Integration</a:t>
            </a:r>
          </a:p>
        </p:txBody>
      </p:sp>
      <p:sp>
        <p:nvSpPr>
          <p:cNvPr id="3" name="Content Placeholder 2">
            <a:extLst>
              <a:ext uri="{FF2B5EF4-FFF2-40B4-BE49-F238E27FC236}">
                <a16:creationId xmlns:a16="http://schemas.microsoft.com/office/drawing/2014/main" id="{AAFCFE44-FFBF-0537-11A7-96325D85052F}"/>
              </a:ext>
            </a:extLst>
          </p:cNvPr>
          <p:cNvSpPr>
            <a:spLocks noGrp="1"/>
          </p:cNvSpPr>
          <p:nvPr>
            <p:ph idx="1"/>
          </p:nvPr>
        </p:nvSpPr>
        <p:spPr/>
        <p:txBody>
          <a:bodyPr>
            <a:normAutofit fontScale="85000" lnSpcReduction="10000"/>
          </a:bodyPr>
          <a:lstStyle/>
          <a:p>
            <a:pPr>
              <a:lnSpc>
                <a:spcPct val="150000"/>
              </a:lnSpc>
            </a:pPr>
            <a:r>
              <a:rPr lang="en-US" dirty="0"/>
              <a:t>This is where the code will be automatically:</a:t>
            </a:r>
          </a:p>
          <a:p>
            <a:pPr lvl="1">
              <a:lnSpc>
                <a:spcPct val="150000"/>
              </a:lnSpc>
            </a:pPr>
            <a:r>
              <a:rPr lang="en-US" dirty="0"/>
              <a:t>Build </a:t>
            </a:r>
          </a:p>
          <a:p>
            <a:pPr lvl="1">
              <a:lnSpc>
                <a:spcPct val="150000"/>
              </a:lnSpc>
            </a:pPr>
            <a:r>
              <a:rPr lang="en-US" dirty="0"/>
              <a:t>Test</a:t>
            </a:r>
          </a:p>
          <a:p>
            <a:pPr lvl="1">
              <a:lnSpc>
                <a:spcPct val="150000"/>
              </a:lnSpc>
            </a:pPr>
            <a:r>
              <a:rPr lang="en-US" dirty="0"/>
              <a:t>Scan</a:t>
            </a:r>
          </a:p>
          <a:p>
            <a:pPr lvl="1">
              <a:lnSpc>
                <a:spcPct val="150000"/>
              </a:lnSpc>
            </a:pPr>
            <a:endParaRPr lang="en-US" dirty="0"/>
          </a:p>
          <a:p>
            <a:pPr>
              <a:lnSpc>
                <a:spcPct val="150000"/>
              </a:lnSpc>
            </a:pPr>
            <a:r>
              <a:rPr lang="en-US" dirty="0"/>
              <a:t>Better code quality</a:t>
            </a:r>
          </a:p>
          <a:p>
            <a:pPr lvl="1">
              <a:lnSpc>
                <a:spcPct val="150000"/>
              </a:lnSpc>
            </a:pPr>
            <a:endParaRPr lang="en-US" dirty="0"/>
          </a:p>
          <a:p>
            <a:pPr>
              <a:lnSpc>
                <a:spcPct val="150000"/>
              </a:lnSpc>
            </a:pPr>
            <a:r>
              <a:rPr lang="en-US" dirty="0"/>
              <a:t>Centralized in a repository, version-control, everything related to code.</a:t>
            </a:r>
          </a:p>
          <a:p>
            <a:pPr lvl="1">
              <a:lnSpc>
                <a:spcPct val="150000"/>
              </a:lnSpc>
            </a:pPr>
            <a:endParaRPr lang="en-US" dirty="0"/>
          </a:p>
        </p:txBody>
      </p:sp>
    </p:spTree>
    <p:extLst>
      <p:ext uri="{BB962C8B-B14F-4D97-AF65-F5344CB8AC3E}">
        <p14:creationId xmlns:p14="http://schemas.microsoft.com/office/powerpoint/2010/main" val="16613126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0E3E3-C040-7285-B325-187F374A7160}"/>
              </a:ext>
            </a:extLst>
          </p:cNvPr>
          <p:cNvSpPr>
            <a:spLocks noGrp="1"/>
          </p:cNvSpPr>
          <p:nvPr>
            <p:ph type="title"/>
          </p:nvPr>
        </p:nvSpPr>
        <p:spPr/>
        <p:txBody>
          <a:bodyPr/>
          <a:lstStyle/>
          <a:p>
            <a:r>
              <a:rPr lang="en-US" dirty="0"/>
              <a:t>Continuous Delivery</a:t>
            </a:r>
          </a:p>
        </p:txBody>
      </p:sp>
      <p:sp>
        <p:nvSpPr>
          <p:cNvPr id="3" name="Content Placeholder 2">
            <a:extLst>
              <a:ext uri="{FF2B5EF4-FFF2-40B4-BE49-F238E27FC236}">
                <a16:creationId xmlns:a16="http://schemas.microsoft.com/office/drawing/2014/main" id="{F16CB002-07B1-54C6-2653-15F5E040125C}"/>
              </a:ext>
            </a:extLst>
          </p:cNvPr>
          <p:cNvSpPr>
            <a:spLocks noGrp="1"/>
          </p:cNvSpPr>
          <p:nvPr>
            <p:ph idx="1"/>
          </p:nvPr>
        </p:nvSpPr>
        <p:spPr/>
        <p:txBody>
          <a:bodyPr>
            <a:normAutofit fontScale="85000" lnSpcReduction="10000"/>
          </a:bodyPr>
          <a:lstStyle/>
          <a:p>
            <a:pPr>
              <a:lnSpc>
                <a:spcPct val="150000"/>
              </a:lnSpc>
            </a:pPr>
            <a:r>
              <a:rPr lang="en-US" dirty="0"/>
              <a:t>At this stage when the application are gone through some tests and ready to be deploy, the infrastructure will be created and the application will be landed on it.</a:t>
            </a:r>
          </a:p>
          <a:p>
            <a:pPr>
              <a:lnSpc>
                <a:spcPct val="150000"/>
              </a:lnSpc>
            </a:pPr>
            <a:r>
              <a:rPr lang="en-US" dirty="0"/>
              <a:t>The process is automatically, fast, less human labor, precisely and cleanup </a:t>
            </a:r>
            <a:r>
              <a:rPr lang="en-US" dirty="0" err="1"/>
              <a:t>redudant</a:t>
            </a:r>
            <a:r>
              <a:rPr lang="en-US" dirty="0"/>
              <a:t> which reduce time and money.</a:t>
            </a:r>
          </a:p>
          <a:p>
            <a:pPr>
              <a:lnSpc>
                <a:spcPct val="150000"/>
              </a:lnSpc>
            </a:pPr>
            <a:r>
              <a:rPr lang="en-US" dirty="0"/>
              <a:t>During the deployment, if there’s an error, the whole process will be stopped to avoid any further and revert to be stable version of the application.</a:t>
            </a:r>
          </a:p>
          <a:p>
            <a:pPr>
              <a:lnSpc>
                <a:spcPct val="150000"/>
              </a:lnSpc>
            </a:pPr>
            <a:endParaRPr lang="en-US" dirty="0"/>
          </a:p>
        </p:txBody>
      </p:sp>
    </p:spTree>
    <p:extLst>
      <p:ext uri="{BB962C8B-B14F-4D97-AF65-F5344CB8AC3E}">
        <p14:creationId xmlns:p14="http://schemas.microsoft.com/office/powerpoint/2010/main" val="1297473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1D902-22C4-E1A9-F68B-B386C79C74B9}"/>
              </a:ext>
            </a:extLst>
          </p:cNvPr>
          <p:cNvSpPr>
            <a:spLocks noGrp="1"/>
          </p:cNvSpPr>
          <p:nvPr>
            <p:ph type="title"/>
          </p:nvPr>
        </p:nvSpPr>
        <p:spPr/>
        <p:txBody>
          <a:bodyPr/>
          <a:lstStyle/>
          <a:p>
            <a:r>
              <a:rPr lang="en-US" dirty="0"/>
              <a:t>Comparison</a:t>
            </a:r>
          </a:p>
        </p:txBody>
      </p:sp>
      <p:sp>
        <p:nvSpPr>
          <p:cNvPr id="3" name="Content Placeholder 2">
            <a:extLst>
              <a:ext uri="{FF2B5EF4-FFF2-40B4-BE49-F238E27FC236}">
                <a16:creationId xmlns:a16="http://schemas.microsoft.com/office/drawing/2014/main" id="{B3F7A12C-DE69-EA7F-6A4E-7CC210B011EA}"/>
              </a:ext>
            </a:extLst>
          </p:cNvPr>
          <p:cNvSpPr>
            <a:spLocks noGrp="1"/>
          </p:cNvSpPr>
          <p:nvPr>
            <p:ph idx="1"/>
          </p:nvPr>
        </p:nvSpPr>
        <p:spPr>
          <a:xfrm>
            <a:off x="838200" y="1800458"/>
            <a:ext cx="10515600" cy="4351338"/>
          </a:xfrm>
        </p:spPr>
        <p:txBody>
          <a:bodyPr>
            <a:normAutofit fontScale="85000" lnSpcReduction="20000"/>
          </a:bodyPr>
          <a:lstStyle/>
          <a:p>
            <a:pPr>
              <a:lnSpc>
                <a:spcPct val="150000"/>
              </a:lnSpc>
            </a:pPr>
            <a:r>
              <a:rPr lang="en-US" dirty="0"/>
              <a:t>Manually</a:t>
            </a:r>
          </a:p>
          <a:p>
            <a:pPr lvl="1">
              <a:lnSpc>
                <a:spcPct val="150000"/>
              </a:lnSpc>
            </a:pPr>
            <a:r>
              <a:rPr lang="en-US" dirty="0"/>
              <a:t>Tidy jobs, time consuming.</a:t>
            </a:r>
          </a:p>
          <a:p>
            <a:pPr lvl="1">
              <a:lnSpc>
                <a:spcPct val="150000"/>
              </a:lnSpc>
            </a:pPr>
            <a:r>
              <a:rPr lang="en-US" dirty="0"/>
              <a:t>Lots of work may leave some mistakes.</a:t>
            </a:r>
          </a:p>
          <a:p>
            <a:pPr lvl="1">
              <a:lnSpc>
                <a:spcPct val="150000"/>
              </a:lnSpc>
            </a:pPr>
            <a:r>
              <a:rPr lang="en-US" dirty="0"/>
              <a:t>If the guy who does the job couldn’t be there then product delivery to. costumers will be delay.</a:t>
            </a:r>
          </a:p>
          <a:p>
            <a:pPr>
              <a:lnSpc>
                <a:spcPct val="150000"/>
              </a:lnSpc>
            </a:pPr>
            <a:r>
              <a:rPr lang="en-US" dirty="0"/>
              <a:t>CI/CD</a:t>
            </a:r>
          </a:p>
          <a:p>
            <a:pPr lvl="1">
              <a:lnSpc>
                <a:spcPct val="150000"/>
              </a:lnSpc>
            </a:pPr>
            <a:r>
              <a:rPr lang="en-US" dirty="0"/>
              <a:t>Less human labor means less errors, reduce risk.</a:t>
            </a:r>
          </a:p>
          <a:p>
            <a:pPr lvl="1">
              <a:lnSpc>
                <a:spcPct val="150000"/>
              </a:lnSpc>
            </a:pPr>
            <a:r>
              <a:rPr lang="en-US" dirty="0"/>
              <a:t>Waste no time since everything is automatic.</a:t>
            </a:r>
          </a:p>
          <a:p>
            <a:pPr lvl="1">
              <a:lnSpc>
                <a:spcPct val="150000"/>
              </a:lnSpc>
            </a:pPr>
            <a:r>
              <a:rPr lang="en-US" dirty="0"/>
              <a:t>Everything above means reduce money and time.</a:t>
            </a:r>
          </a:p>
          <a:p>
            <a:pPr lvl="1">
              <a:lnSpc>
                <a:spcPct val="150000"/>
              </a:lnSpc>
            </a:pPr>
            <a:endParaRPr lang="en-US" dirty="0"/>
          </a:p>
        </p:txBody>
      </p:sp>
    </p:spTree>
    <p:extLst>
      <p:ext uri="{BB962C8B-B14F-4D97-AF65-F5344CB8AC3E}">
        <p14:creationId xmlns:p14="http://schemas.microsoft.com/office/powerpoint/2010/main" val="30678133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TotalTime>
  <Words>318</Words>
  <Application>Microsoft Office PowerPoint</Application>
  <PresentationFormat>Widescreen</PresentationFormat>
  <Paragraphs>29</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Open Sans</vt:lpstr>
      <vt:lpstr>Office Theme</vt:lpstr>
      <vt:lpstr>PowerPoint Presentation</vt:lpstr>
      <vt:lpstr>Intruduction to the benefit of CI/CD </vt:lpstr>
      <vt:lpstr>Continuous Integration</vt:lpstr>
      <vt:lpstr>Continuous Delivery</vt:lpstr>
      <vt:lpstr>Comparison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Khoa Tran</dc:creator>
  <cp:lastModifiedBy>Khoa Tran</cp:lastModifiedBy>
  <cp:revision>1</cp:revision>
  <dcterms:created xsi:type="dcterms:W3CDTF">2022-07-13T10:04:25Z</dcterms:created>
  <dcterms:modified xsi:type="dcterms:W3CDTF">2022-07-13T11:05:44Z</dcterms:modified>
</cp:coreProperties>
</file>